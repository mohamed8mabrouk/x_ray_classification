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8242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065A82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291840"/>
            <a:ext cx="3840480" cy="384048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36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7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CLASSIFICATION  ·  DEEP LEARNING PROJECT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Bone Fracture AI
</a:t>
            </a:r>
            <a:r>
              <a:rPr lang="en-US" sz="2000" dirty="0">
                <a:solidFill>
                  <a:srgbClr val="D8E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Classifying X-Rays with a CNN, FastAPI &amp; Streamlit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A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convolutional neural network trained to detect fractures in X-ray images, wrapped in a production-style FastAPI service and a Streamlit interface.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562356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760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github.com/mohamed8mabrouk/X_Ray_Classification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walk through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9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3500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79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automate fracture screening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8562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9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0" y="23500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679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3 layers fit together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18562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9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66760" y="23500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CNN Model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679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Keras code, layer by layer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54787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9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77240" y="40416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the Model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3708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inference pipeline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338328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354787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9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72000" y="40416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Interface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43708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front end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66760" y="354787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366760" y="40416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66760" y="43708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X-rays is fast to need, slow to get right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screening depends on a radiologist being available and unhurried. In emergency and rural settings, that's often not the case — leading to delayed or missed diagnoses.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52160" y="155448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0" y="1719072"/>
            <a:ext cx="54864" cy="54864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263640" y="164592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35240" y="164592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rooms need triage support around the clock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260604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2770632"/>
            <a:ext cx="54864" cy="54864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26974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35240" y="269748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Fractured vs. Not Fractured — a focused, learnable task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365760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3822192"/>
            <a:ext cx="54864" cy="54864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37490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635240" y="374904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CNN can classify an image almost instantly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5029200" cy="1920240"/>
          </a:xfrm>
          <a:prstGeom prst="roundRect">
            <a:avLst>
              <a:gd name="adj" fmla="val 4286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does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70916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an uploaded X-ray image and returns a classification — Fractured or Not Fractured — using a CNN trained specifically for this task.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layers, one clean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291840" cy="2194560"/>
          </a:xfrm>
          <a:prstGeom prst="roundRect">
            <a:avLst>
              <a:gd name="adj" fmla="val 4167"/>
            </a:avLst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1E2761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402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9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frontend/app.py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3447288"/>
            <a:ext cx="283464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53872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UI, results display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77640" y="274320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663440" y="1965960"/>
            <a:ext cx="3291840" cy="2194560"/>
          </a:xfrm>
          <a:prstGeom prst="roundRect">
            <a:avLst>
              <a:gd name="adj" fmla="val 4167"/>
            </a:avLst>
          </a:prstGeom>
          <a:solidFill>
            <a:srgbClr val="065A82"/>
          </a:solidFill>
          <a:ln/>
          <a:effectLst>
            <a:outerShdw blurRad="101600" dist="38100" dir="5400000" algn="bl" rotWithShape="0">
              <a:srgbClr val="1E2761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22402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892040" y="3108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9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backend/app/main.py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3447288"/>
            <a:ext cx="283464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53872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endpoint, orchestration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955280" y="274320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641080" y="1965960"/>
            <a:ext cx="3291840" cy="2194560"/>
          </a:xfrm>
          <a:prstGeom prst="roundRect">
            <a:avLst>
              <a:gd name="adj" fmla="val 4167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1E2761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69680" y="22402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Model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(Keras)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869680" y="3108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9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model/bone_fracture_model.keras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69680" y="3447288"/>
            <a:ext cx="283464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0" y="353872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TensorFlow classifier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4572000"/>
            <a:ext cx="10835640" cy="1691640"/>
          </a:xfrm>
          <a:prstGeom prst="roundRect">
            <a:avLst>
              <a:gd name="adj" fmla="val 4324"/>
            </a:avLst>
          </a:prstGeom>
          <a:solidFill>
            <a:srgbClr val="0B1220"/>
          </a:solidFill>
          <a:ln w="12700">
            <a:solidFill>
              <a:srgbClr val="2630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" y="4572000"/>
            <a:ext cx="10835640" cy="292608"/>
          </a:xfrm>
          <a:prstGeom prst="roundRect">
            <a:avLst>
              <a:gd name="adj" fmla="val 25000"/>
            </a:avLst>
          </a:prstGeom>
          <a:solidFill>
            <a:srgbClr val="141B29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4718304"/>
            <a:ext cx="10835640" cy="146304"/>
          </a:xfrm>
          <a:prstGeom prst="rect">
            <a:avLst/>
          </a:prstGeom>
          <a:solidFill>
            <a:srgbClr val="141B29"/>
          </a:solidFill>
          <a:ln/>
        </p:spPr>
      </p:sp>
      <p:sp>
        <p:nvSpPr>
          <p:cNvPr id="24" name="Shape 22"/>
          <p:cNvSpPr/>
          <p:nvPr/>
        </p:nvSpPr>
        <p:spPr>
          <a:xfrm>
            <a:off x="795528" y="466344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3"/>
          <p:cNvSpPr/>
          <p:nvPr/>
        </p:nvSpPr>
        <p:spPr>
          <a:xfrm>
            <a:off x="941832" y="4663440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4"/>
          <p:cNvSpPr/>
          <p:nvPr/>
        </p:nvSpPr>
        <p:spPr>
          <a:xfrm>
            <a:off x="1088136" y="466344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5"/>
          <p:cNvSpPr/>
          <p:nvPr/>
        </p:nvSpPr>
        <p:spPr>
          <a:xfrm>
            <a:off x="1234440" y="4572000"/>
            <a:ext cx="9921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structure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86968" y="4956048"/>
            <a:ext cx="10433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X_Ray_Classification/</a:t>
            </a:r>
            <a:r>
              <a:rPr lang="en-US" sz="1300" dirty="0">
                <a:solidFill>
                  <a:srgbClr val="000000"/>
                </a:solidFill>
              </a:rPr>
              <a:t>
</a:t>
            </a:r>
            <a:r>
              <a:rPr lang="en-US" sz="1300" dirty="0">
                <a:solidFill>
                  <a:srgbClr val="7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backend/app/</a:t>
            </a: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main.py, model.py, schema.py</a:t>
            </a:r>
            <a:r>
              <a:rPr lang="en-US" sz="1300" dirty="0">
                <a:solidFill>
                  <a:srgbClr val="000000"/>
                </a:solidFill>
              </a:rPr>
              <a:t>
</a:t>
            </a:r>
            <a:r>
              <a:rPr lang="en-US" sz="1300" dirty="0">
                <a:solidFill>
                  <a:srgbClr val="7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frontend/</a:t>
            </a: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app.py  (Streamlit UI)</a:t>
            </a:r>
            <a:r>
              <a:rPr lang="en-US" sz="1300" dirty="0">
                <a:solidFill>
                  <a:srgbClr val="000000"/>
                </a:solidFill>
              </a:rPr>
              <a:t>
</a:t>
            </a:r>
            <a:r>
              <a:rPr lang="en-US" sz="1300" dirty="0">
                <a:solidFill>
                  <a:srgbClr val="7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model/</a:t>
            </a: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bone_fracture_model.keras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focused, modern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804672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95351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&amp; runs the CNN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19476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4599432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9432" y="295351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REST API for inference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94192" y="194767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8394192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94192" y="295351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front end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9136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913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540" dirty="0"/>
          </a:p>
        </p:txBody>
      </p:sp>
      <p:sp>
        <p:nvSpPr>
          <p:cNvPr id="22" name="Text 20"/>
          <p:cNvSpPr/>
          <p:nvPr/>
        </p:nvSpPr>
        <p:spPr>
          <a:xfrm>
            <a:off x="804672" y="4572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(PIL)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672" y="491947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decoding &amp; resizing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657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9432" y="39136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599432" y="3913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540" dirty="0"/>
          </a:p>
        </p:txBody>
      </p:sp>
      <p:sp>
        <p:nvSpPr>
          <p:cNvPr id="27" name="Text 25"/>
          <p:cNvSpPr/>
          <p:nvPr/>
        </p:nvSpPr>
        <p:spPr>
          <a:xfrm>
            <a:off x="4599432" y="4572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99432" y="491947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&amp; tensor operations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657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94192" y="39136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394192" y="3913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540" dirty="0"/>
          </a:p>
        </p:txBody>
      </p:sp>
      <p:sp>
        <p:nvSpPr>
          <p:cNvPr id="32" name="Text 30"/>
          <p:cNvSpPr/>
          <p:nvPr/>
        </p:nvSpPr>
        <p:spPr>
          <a:xfrm>
            <a:off x="8394192" y="4572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94192" y="491947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validation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CNN — build_model()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0" cy="4709160"/>
          </a:xfrm>
          <a:prstGeom prst="roundRect">
            <a:avLst>
              <a:gd name="adj" fmla="val 1553"/>
            </a:avLst>
          </a:prstGeom>
          <a:solidFill>
            <a:srgbClr val="0B1220"/>
          </a:solidFill>
          <a:ln w="12700">
            <a:solidFill>
              <a:srgbClr val="2630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6400800" cy="292608"/>
          </a:xfrm>
          <a:prstGeom prst="roundRect">
            <a:avLst>
              <a:gd name="adj" fmla="val 25000"/>
            </a:avLst>
          </a:prstGeom>
          <a:solidFill>
            <a:srgbClr val="141B2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46504"/>
            <a:ext cx="6400800" cy="146304"/>
          </a:xfrm>
          <a:prstGeom prst="rect">
            <a:avLst/>
          </a:prstGeom>
          <a:solidFill>
            <a:srgbClr val="141B29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69164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691640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69164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6002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backend/app/model.py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" y="1984248"/>
            <a:ext cx="5998464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3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200" dirty="0">
                <a:solidFill>
                  <a:srgbClr val="7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build_model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(self):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tf.keras.Sequential([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Conv2D(</a:t>
            </a: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(3,3), activation=</a:t>
            </a: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"relu"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r>
              <a:rPr lang="en-US" sz="12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input_shape=(150,150,3)),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MaxPooling2D((2, 2)),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Conv2D(</a:t>
            </a: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(3,3), activation=</a:t>
            </a: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"relu"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MaxPooling2D((2, 2)),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Conv2D(</a:t>
            </a: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(3,3), activation=</a:t>
            </a: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"relu"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MaxPooling2D((2, 2)),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Flatten(),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Dropout(</a:t>
            </a: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</a:t>
            </a: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activation=</a:t>
            </a: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"relu"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</a:t>
            </a: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activation=</a:t>
            </a: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"sigmoid"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164592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543800" y="15270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Conv2D + MaxPooling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43800" y="1819656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edge, texture &amp; shape features at growing abstraction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269748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543800" y="25786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(0.5)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43800" y="2871216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disables half the units to fight overfitting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0" y="374904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36301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Dense(128) → Dense(1)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43800" y="3922776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features, then outputs one sigmoid score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0" y="480060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543800" y="4681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output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43800" y="4974336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0–1 probability — this is binary classification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uploaded image to tensor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035040" cy="2286000"/>
          </a:xfrm>
          <a:prstGeom prst="roundRect">
            <a:avLst>
              <a:gd name="adj" fmla="val 3200"/>
            </a:avLst>
          </a:prstGeom>
          <a:solidFill>
            <a:srgbClr val="0B1220"/>
          </a:solidFill>
          <a:ln w="12700">
            <a:solidFill>
              <a:srgbClr val="2630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6035040" cy="292608"/>
          </a:xfrm>
          <a:prstGeom prst="roundRect">
            <a:avLst>
              <a:gd name="adj" fmla="val 25000"/>
            </a:avLst>
          </a:prstGeom>
          <a:solidFill>
            <a:srgbClr val="141B2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46504"/>
            <a:ext cx="6035040" cy="146304"/>
          </a:xfrm>
          <a:prstGeom prst="rect">
            <a:avLst/>
          </a:prstGeom>
          <a:solidFill>
            <a:srgbClr val="141B29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69164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691640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69164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60020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backend/app/model.py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" y="1984248"/>
            <a:ext cx="56327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3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300" dirty="0">
                <a:solidFill>
                  <a:srgbClr val="7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</a:t>
            </a: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image):</a:t>
            </a:r>
            <a:r>
              <a:rPr lang="en-US" sz="1300" dirty="0">
                <a:solidFill>
                  <a:srgbClr val="000000"/>
                </a:solidFill>
              </a:rPr>
              <a:t>
</a:t>
            </a: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 = image.resize((</a:t>
            </a:r>
            <a:r>
              <a:rPr lang="en-US" sz="13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150, 150</a:t>
            </a: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r>
              <a:rPr lang="en-US" sz="1300" dirty="0">
                <a:solidFill>
                  <a:srgbClr val="000000"/>
                </a:solidFill>
              </a:rPr>
              <a:t>
</a:t>
            </a: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array = tf.keras.utils.img_to_array(image)</a:t>
            </a:r>
            <a:r>
              <a:rPr lang="en-US" sz="1300" dirty="0">
                <a:solidFill>
                  <a:srgbClr val="000000"/>
                </a:solidFill>
              </a:rPr>
              <a:t>
</a:t>
            </a: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array = np.expand_dims(array, axis=</a:t>
            </a:r>
            <a:r>
              <a:rPr lang="en-US" sz="13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000000"/>
                </a:solidFill>
              </a:rPr>
              <a:t>
</a:t>
            </a: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array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160020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22592" y="1783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022592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35240" y="1737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35240" y="20574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is scaled to 150×150 px to match the model's input shape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301752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22592" y="3200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7022592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35240" y="3154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conversion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35240" y="34747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image → NumPy float array via img_to_array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443484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22592" y="46177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7022592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35240" y="4572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dimension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35240" y="48920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expand_dims adds a batch axis: shape becomes (</a:t>
            </a:r>
            <a:r>
              <a:rPr lang="ar-EG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150, 150, 3)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114800"/>
            <a:ext cx="6035040" cy="1965960"/>
          </a:xfrm>
          <a:prstGeom prst="roundRect">
            <a:avLst>
              <a:gd name="adj" fmla="val 4186"/>
            </a:avLst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3159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150×150?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4645152"/>
            <a:ext cx="5486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common trade-off size for lightweight CNNs — small enough to train fast on limited hardware, large enough to preserve the bone-edge detail the convolutional layers need to detect a fracture line.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 probability into a label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92240" cy="3977640"/>
          </a:xfrm>
          <a:prstGeom prst="roundRect">
            <a:avLst>
              <a:gd name="adj" fmla="val 1839"/>
            </a:avLst>
          </a:prstGeom>
          <a:solidFill>
            <a:srgbClr val="0B1220"/>
          </a:solidFill>
          <a:ln w="12700">
            <a:solidFill>
              <a:srgbClr val="2630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6492240" cy="292608"/>
          </a:xfrm>
          <a:prstGeom prst="roundRect">
            <a:avLst>
              <a:gd name="adj" fmla="val 25000"/>
            </a:avLst>
          </a:prstGeom>
          <a:solidFill>
            <a:srgbClr val="141B2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46504"/>
            <a:ext cx="6492240" cy="146304"/>
          </a:xfrm>
          <a:prstGeom prst="rect">
            <a:avLst/>
          </a:prstGeom>
          <a:solidFill>
            <a:srgbClr val="141B29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69164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691640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69164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60020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backend/app/model.py  (simplified)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" y="1984248"/>
            <a:ext cx="608990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3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200" dirty="0">
                <a:solidFill>
                  <a:srgbClr val="7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infer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tensor):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self.model.predict(tensor, verbose=</a:t>
            </a: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r>
              <a:rPr lang="en-US" sz="1200" dirty="0">
                <a:solidFill>
                  <a:srgbClr val="E3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200" dirty="0">
                <a:solidFill>
                  <a:srgbClr val="7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postprocess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raw_output):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probability = float(raw_output[</a:t>
            </a: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r>
              <a:rPr lang="en-US" sz="1200" dirty="0">
                <a:solidFill>
                  <a:srgbClr val="E3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probability &gt;= </a:t>
            </a: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 = </a:t>
            </a: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Fractured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r>
              <a:rPr lang="en-US" sz="1200" dirty="0">
                <a:solidFill>
                  <a:srgbClr val="E3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 = </a:t>
            </a: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 Fractured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</a:t>
            </a: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"label": label</a:t>
            </a: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1600200"/>
            <a:ext cx="4343400" cy="1828800"/>
          </a:xfrm>
          <a:prstGeom prst="roundRect">
            <a:avLst>
              <a:gd name="adj" fmla="val 4500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0" y="17830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89520" y="21214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sigmoid output is one number between 0 and 1. A 0.5 cutoff turns it into a binary call — this is the same pattern used across most binary-classification CNNs.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0" y="3657600"/>
            <a:ext cx="4343400" cy="1920240"/>
          </a:xfrm>
          <a:prstGeom prst="roundRect">
            <a:avLst>
              <a:gd name="adj" fmla="val 4286"/>
            </a:avLst>
          </a:prstGeom>
          <a:solidFill>
            <a:srgbClr val="FFF1F0"/>
          </a:solidFill>
          <a:ln w="12700">
            <a:solidFill>
              <a:srgbClr val="FCD9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71232" y="3840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Worth double-checking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571232" y="42062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label is returned as a raw index (0/1); the FastAPI layer maps it to text. Keeping that mapping in one place (the model class) would avoid duplicating the 0/1 ↔ text logic across files.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THE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FastAPI: from HTTP request to prediction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4434840"/>
          </a:xfrm>
          <a:prstGeom prst="roundRect">
            <a:avLst>
              <a:gd name="adj" fmla="val 1649"/>
            </a:avLst>
          </a:prstGeom>
          <a:solidFill>
            <a:srgbClr val="0B1220"/>
          </a:solidFill>
          <a:ln w="12700">
            <a:solidFill>
              <a:srgbClr val="2630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6675120" cy="292608"/>
          </a:xfrm>
          <a:prstGeom prst="roundRect">
            <a:avLst>
              <a:gd name="adj" fmla="val 25000"/>
            </a:avLst>
          </a:prstGeom>
          <a:solidFill>
            <a:srgbClr val="141B2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46504"/>
            <a:ext cx="6675120" cy="146304"/>
          </a:xfrm>
          <a:prstGeom prst="rect">
            <a:avLst/>
          </a:prstGeom>
          <a:solidFill>
            <a:srgbClr val="141B29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69164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691640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69164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60020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backend/app/main.py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" y="1984248"/>
            <a:ext cx="627278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7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("/predict", response_model=PredictionResponse)</a:t>
            </a:r>
            <a:r>
              <a:rPr lang="en-US" sz="1150" dirty="0">
                <a:solidFill>
                  <a:srgbClr val="000000"/>
                </a:solidFill>
              </a:rPr>
              <a:t>
</a:t>
            </a:r>
            <a:r>
              <a:rPr lang="en-US" sz="1150" dirty="0">
                <a:solidFill>
                  <a:srgbClr val="E3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</a:t>
            </a:r>
            <a:r>
              <a:rPr lang="en-US" sz="1150" dirty="0">
                <a:solidFill>
                  <a:srgbClr val="7F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(file: UploadFile = File(...)):</a:t>
            </a:r>
            <a:r>
              <a:rPr lang="en-US" sz="1150" dirty="0">
                <a:solidFill>
                  <a:srgbClr val="000000"/>
                </a:solidFill>
              </a:rPr>
              <a:t>
</a:t>
            </a:r>
            <a:r>
              <a:rPr lang="en-US" sz="1150" dirty="0">
                <a:solidFill>
                  <a:srgbClr val="E3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file.content_type not in ALLOWED_TYPES:</a:t>
            </a:r>
            <a:r>
              <a:rPr lang="en-US" sz="1150" dirty="0">
                <a:solidFill>
                  <a:srgbClr val="000000"/>
                </a:solidFill>
              </a:rPr>
              <a:t>
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HTTPException(</a:t>
            </a:r>
            <a:r>
              <a:rPr lang="en-US" sz="115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...)</a:t>
            </a:r>
            <a:r>
              <a:rPr lang="en-US" sz="1150" dirty="0">
                <a:solidFill>
                  <a:srgbClr val="000000"/>
                </a:solidFill>
              </a:rPr>
              <a:t>
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contents = await file.read()</a:t>
            </a:r>
            <a:r>
              <a:rPr lang="en-US" sz="1150" dirty="0">
                <a:solidFill>
                  <a:srgbClr val="000000"/>
                </a:solidFill>
              </a:rPr>
              <a:t>
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 = Image.open(io.BytesIO(contents))</a:t>
            </a:r>
            <a:r>
              <a:rPr lang="en-US" sz="1150" dirty="0">
                <a:solidFill>
                  <a:srgbClr val="000000"/>
                </a:solidFill>
              </a:rPr>
              <a:t>
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.convert(</a:t>
            </a:r>
            <a:r>
              <a:rPr lang="en-US" sz="115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"RGB"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50" dirty="0">
                <a:solidFill>
                  <a:srgbClr val="000000"/>
                </a:solidFill>
              </a:rPr>
              <a:t>
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classifier = ml_models[</a:t>
            </a:r>
            <a:r>
              <a:rPr lang="en-US" sz="115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"classifier"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150" dirty="0">
                <a:solidFill>
                  <a:srgbClr val="000000"/>
                </a:solidFill>
              </a:rPr>
              <a:t>
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 = await run_in_threadpool(</a:t>
            </a:r>
            <a:r>
              <a:rPr lang="en-US" sz="1150" dirty="0">
                <a:solidFill>
                  <a:srgbClr val="000000"/>
                </a:solidFill>
              </a:rPr>
              <a:t>
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classifier.predict, image)</a:t>
            </a:r>
            <a:r>
              <a:rPr lang="en-US" sz="1150" dirty="0">
                <a:solidFill>
                  <a:srgbClr val="000000"/>
                </a:solidFill>
              </a:rPr>
              <a:t>
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PredictionResponse(label=..., </a:t>
            </a:r>
            <a:r>
              <a:rPr lang="en-US" sz="1150" dirty="0">
                <a:solidFill>
                  <a:srgbClr val="000000"/>
                </a:solidFill>
              </a:rPr>
              <a:t>
</a:t>
            </a: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processing_time_ms=...)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0" y="15270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Lifespan hook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80960" y="1819656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Keras model loads once at startup — not on every request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52360" y="2743200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2624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Content-type guard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80960" y="2916936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jpeg/png/jpg uploads are accepted before decoding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52360" y="3840480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0" y="37216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Threadpool inference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80960" y="4014216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predict() runs off the event loop, so FastAPI stays responsive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52360" y="4937760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48188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response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0" y="5111496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+ processing_time_ms are schema-validated on the way out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Streamlit: upload, analyze, 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6400800" cy="365760"/>
          </a:xfrm>
          <a:prstGeom prst="roundRect">
            <a:avLst>
              <a:gd name="adj" fmla="val 20000"/>
            </a:avLst>
          </a:prstGeom>
          <a:solidFill>
            <a:srgbClr val="EEF2F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6400800" cy="18288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28216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" y="1728216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1014984" y="1728216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965960"/>
            <a:ext cx="1554480" cy="4206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🦴 Bone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AI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Analysis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0" y="2103120"/>
            <a:ext cx="4480560" cy="1005840"/>
          </a:xfrm>
          <a:prstGeom prst="roundRect">
            <a:avLst>
              <a:gd name="adj" fmla="val 6364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0" y="22219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🩻  X-Ray Analysis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68880" y="253288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 X-ray image and let the trained CNN classify it.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0" y="3291840"/>
            <a:ext cx="2148840" cy="2606040"/>
          </a:xfrm>
          <a:prstGeom prst="roundRect">
            <a:avLst>
              <a:gd name="adj" fmla="val 2979"/>
            </a:avLst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3429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X-Ray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63140" y="3794760"/>
            <a:ext cx="2194560" cy="1737360"/>
          </a:xfrm>
          <a:prstGeom prst="roundRect">
            <a:avLst>
              <a:gd name="adj" fmla="val 2632"/>
            </a:avLst>
          </a:prstGeom>
          <a:solidFill>
            <a:srgbClr val="E9EEF3"/>
          </a:solidFill>
          <a:ln w="12700">
            <a:solidFill>
              <a:srgbClr val="C7D2DA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2468880" y="4343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drag &amp; drop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here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3291840"/>
            <a:ext cx="2148840" cy="2606040"/>
          </a:xfrm>
          <a:prstGeom prst="roundRect">
            <a:avLst>
              <a:gd name="adj" fmla="val 2979"/>
            </a:avLst>
          </a:prstGeom>
          <a:solidFill>
            <a:srgbClr val="ECFDF5"/>
          </a:solidFill>
          <a:ln w="12700">
            <a:solidFill>
              <a:srgbClr val="A7E8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384048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8404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Not Fractured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4572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Processing Time: 84.12 ms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269480" y="16916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269480" y="2002536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explains the 3-step flow: upload → AI analysis → prediction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269480" y="274320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Analysis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269480" y="3054096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uploader posts the image to the FastAPI /predict endpoint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269480" y="379476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269480" y="4105656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 of the pipeline for non-technical users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498080" y="532180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request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65960" cy="210312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2860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2926080"/>
            <a:ext cx="1746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a JPG/PNG X-ray in the Streamlit UI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14600" y="28803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70632" y="2103120"/>
            <a:ext cx="1965960" cy="210312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70632" y="22860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80360" y="2926080"/>
            <a:ext cx="1746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07792" y="324612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the file to /predict on the FastAPI server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36592" y="28803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92624" y="2103120"/>
            <a:ext cx="1965960" cy="210312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92624" y="22860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102352" y="2926080"/>
            <a:ext cx="1746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9784" y="324612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type, reads bytes, decodes to RGB image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58584" y="28803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214616" y="2103120"/>
            <a:ext cx="1965960" cy="2103120"/>
          </a:xfrm>
          <a:prstGeom prst="roundRect">
            <a:avLst>
              <a:gd name="adj" fmla="val 4186"/>
            </a:avLst>
          </a:prstGeom>
          <a:solidFill>
            <a:srgbClr val="21295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14616" y="22860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324344" y="2926080"/>
            <a:ext cx="1746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51776" y="324612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D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Resizes → tensor → forward pass → sigmoid score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80576" y="28803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36608" y="2103120"/>
            <a:ext cx="1965960" cy="210312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436608" y="22860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546336" y="2926080"/>
            <a:ext cx="1746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73768" y="324612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+ processing time returned as JSON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2960" y="4754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507492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065A82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Bone Fracture AI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526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Repository:  </a:t>
            </a:r>
            <a:r>
              <a:rPr lang="en-US" sz="1250" dirty="0">
                <a:solidFill>
                  <a:srgbClr val="C7D9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github.com/mohamed8mabrouk/X_Ray_Classification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1276</Words>
  <Application>Microsoft Office PowerPoint</Application>
  <PresentationFormat>Widescreen</PresentationFormat>
  <Paragraphs>186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Mohamed Mabrouk</cp:lastModifiedBy>
  <cp:revision>5</cp:revision>
  <dcterms:created xsi:type="dcterms:W3CDTF">2026-09-04T19:33:43Z</dcterms:created>
  <dcterms:modified xsi:type="dcterms:W3CDTF">2026-09-05T14:15:19Z</dcterms:modified>
</cp:coreProperties>
</file>